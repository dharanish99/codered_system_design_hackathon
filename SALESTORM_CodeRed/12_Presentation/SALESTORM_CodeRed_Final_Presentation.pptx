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SALESTORM — CodeRed Final Presentation</dc:title>
  <dc:subject>SYSCRAFTERS 2026 final submission</dc:subject>
  <dc:creator>CodeRed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